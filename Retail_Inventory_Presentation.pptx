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complete REST API backend for retail inventory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business problem and show scale of the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capabilities that make up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layered Spring Boot architecture: controller, service, repository,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model inferred from the README's API design. Product-Inventory-Warehouse is the core stock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flows show how stock stays consistent. Order creation deducts stock; PO RECEIVED adds stock. Each writes a stock movement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for POST /api/orders: the service layer handles stock deduction and the SALE movement inside one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tech stack, approach and how to run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INVENTORY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Inventory Management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 API for products, warehouses, orders and stock tracking, built with Java 21, Spring Boot and PostgreSQL.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github.com/shahidansari311/retail-inventory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0" y="96012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23F44"/>
          </a:solidFill>
          <a:ln w="12700">
            <a:solidFill>
              <a:srgbClr val="123F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1234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135331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949440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modules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21488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23F44"/>
          </a:solidFill>
          <a:ln w="12700">
            <a:solidFill>
              <a:srgbClr val="123F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24231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5420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94944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694944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333756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23F44"/>
          </a:solidFill>
          <a:ln w="12700">
            <a:solidFill>
              <a:srgbClr val="123F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36118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73075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4944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6949440" y="3931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version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backend for retail stock management. It connects suppliers, warehouses, products, customers and orders, and keeps stock levels accurate automatically.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addresses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260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stock tracking leads to stock-outs and overstock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explaining why stock changed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supplier and order data scattered across tools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1430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252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modules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5270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users, products, inventory, orders and more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224028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97880" y="23317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441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715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plus search, filters and status updates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3429000"/>
            <a:ext cx="2926080" cy="1051560"/>
          </a:xfrm>
          <a:prstGeom prst="roundRect">
            <a:avLst>
              <a:gd name="adj" fmla="val 8696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352044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630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layers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9044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service, repository, model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5331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categories and suppliers, with search and filters by category, supplier or keyword.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8980" y="10515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1860" y="1234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13533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46220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stock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451860" y="1783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tracked per warehouse and can be queried by warehouse.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80760" y="10515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234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35331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stock updates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1783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 order deducts stock. Receiving a purchase order adds stock.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278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 audit trail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logged as a SALE or PURCHASE movement per product and warehouse.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68980" y="2926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1860" y="31089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32" y="322783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4622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 and dashboard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3451860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low-stock endpoint and a dashboard with totals, low stock and pending orders.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80760" y="2926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63640" y="31089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22783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access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6263640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login with BCrypt-hashed passwords and role-based users (e.g. ADMIN).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Flow Diagram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05156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5B6B6E"/>
          </a:solidFill>
          <a:ln w="9525">
            <a:solidFill>
              <a:srgbClr val="5B6B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Postman · cURL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1531620"/>
            <a:ext cx="36576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11480" y="22402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JSON requests over HTTP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 {message, data} response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105156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531620"/>
            <a:ext cx="36576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148840" y="22402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controllers, one per module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HTTP calls to services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05156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123F44"/>
          </a:solidFill>
          <a:ln w="9525">
            <a:solidFill>
              <a:srgbClr val="123F4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1531620"/>
            <a:ext cx="36576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886200" y="22402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Deducts stock on order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stock on PO received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passwords (BCrypt)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boundaries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105156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· Hibernate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1531620"/>
            <a:ext cx="36576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623560" y="22402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and custom queries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filters, low-stock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from model package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105156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1143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retail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22402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localhost:5432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via DB_PASSWORD env var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411480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41148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flow: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Controller → Service → Repository → PostgreSQL, then the response travels back up the same path.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Class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178308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252728"/>
            <a:ext cx="1673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 : Long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name 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description : String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606040" y="96012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960120"/>
            <a:ext cx="178308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1252728"/>
            <a:ext cx="1673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 : Long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name 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sku 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price : BigDecimal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960120"/>
            <a:ext cx="178308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1252728"/>
            <a:ext cx="1673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 : Long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name 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contact : String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03720" y="96012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960120"/>
            <a:ext cx="178308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PurchaseOrder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1252728"/>
            <a:ext cx="1673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 : Long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status 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total : BigDecimal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286000"/>
            <a:ext cx="178308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" y="2578608"/>
            <a:ext cx="1673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 : Long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name 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location : String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06040" y="228600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06040" y="2286000"/>
            <a:ext cx="178308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679192" y="2578608"/>
            <a:ext cx="1673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 : Long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quantity : Integer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reorderLevel : Integer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03720" y="228600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2286000"/>
            <a:ext cx="178308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StockMovement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76872" y="2578608"/>
            <a:ext cx="1673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 : Long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type : SALE | PURCHASE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quantity : Integer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date : DateTime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611880"/>
            <a:ext cx="178308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" y="3904488"/>
            <a:ext cx="1673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 : Long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name 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email 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role : String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61188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0" y="3611880"/>
            <a:ext cx="178308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28032" y="3904488"/>
            <a:ext cx="1673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 : Long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name 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email : String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03720" y="361188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3611880"/>
            <a:ext cx="178308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76872" y="3904488"/>
            <a:ext cx="1673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 : Long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status :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total : BigDecimal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40280" y="1463040"/>
            <a:ext cx="36576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249424" y="12801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2459736" y="12801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89120" y="1463040"/>
            <a:ext cx="36576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98264" y="12801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608576" y="12801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37960" y="1463040"/>
            <a:ext cx="36576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47104" y="12801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757416" y="128016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40280" y="2788920"/>
            <a:ext cx="36576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249424" y="260604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2459736" y="260604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37960" y="4114800"/>
            <a:ext cx="36576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47104" y="39319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6757416" y="39319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97580" y="1965960"/>
            <a:ext cx="0" cy="32004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543300" y="1965960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3543300" y="2130552"/>
            <a:ext cx="137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795260" y="1965960"/>
            <a:ext cx="0" cy="32004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850124" y="20299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795260" y="3291840"/>
            <a:ext cx="0" cy="32004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850124" y="33558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54880" y="228600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846320" y="2331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stock movement references a Product and a Warehouse. Orders log SALE, received POs log PURCHASE.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606040" y="36576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 </a:t>
            </a:r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one, * = many. Fields are inferred from the API contract.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Flow Diagrams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987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flow   POST /api/orders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716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123F44"/>
          </a:solidFill>
          <a:ln w="9525">
            <a:solidFill>
              <a:srgbClr val="123F4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POST /api/orders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3716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request and customer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280160"/>
            <a:ext cx="1051560" cy="822960"/>
          </a:xfrm>
          <a:prstGeom prst="diamond">
            <a:avLst/>
          </a:prstGeom>
          <a:solidFill>
            <a:srgbClr val="FDE8B5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available?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3716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inventory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3716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SALE stock movement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3716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DCF3E3"/>
          </a:solidFill>
          <a:ln w="9525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order, return 201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1691640"/>
            <a:ext cx="27432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63240" y="1691640"/>
            <a:ext cx="27432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89120" y="1691640"/>
            <a:ext cx="27432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60720" y="1691640"/>
            <a:ext cx="27432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2320" y="1691640"/>
            <a:ext cx="27432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370832" y="147218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63340" y="2103120"/>
            <a:ext cx="0" cy="246888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904488" y="21214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2350008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FDE2E2"/>
          </a:solidFill>
          <a:ln w="9525">
            <a:solidFill>
              <a:srgbClr val="B4231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Reject, 400 error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953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receiving flow   PUT /api/purchase-orders/{id}/status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3375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123F44"/>
          </a:solidFill>
          <a:ln w="9525">
            <a:solidFill>
              <a:srgbClr val="123F4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purchase order (PENDING)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33375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via PUT request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337560" y="3246120"/>
            <a:ext cx="1051560" cy="822960"/>
          </a:xfrm>
          <a:prstGeom prst="diamond">
            <a:avLst/>
          </a:prstGeom>
          <a:solidFill>
            <a:srgbClr val="FDE8B5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RECEIVED?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3375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inventory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33375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PURCHASE movement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33375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DCF3E3"/>
          </a:solidFill>
          <a:ln w="9525">
            <a:solidFill>
              <a:srgbClr val="1580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status, return 200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91640" y="3657600"/>
            <a:ext cx="27432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63240" y="3657600"/>
            <a:ext cx="27432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389120" y="3657600"/>
            <a:ext cx="27432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60720" y="3657600"/>
            <a:ext cx="27432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32320" y="3657600"/>
            <a:ext cx="27432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370832" y="343814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63340" y="4069080"/>
            <a:ext cx="0" cy="246888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904488" y="40873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291840" y="4315968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FDE2E2"/>
          </a:solidFill>
          <a:ln w="9525">
            <a:solidFill>
              <a:srgbClr val="B4231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update status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Diagram: Create Sales Order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931920" y="2011680"/>
            <a:ext cx="4297680" cy="1691640"/>
          </a:xfrm>
          <a:prstGeom prst="roundRect">
            <a:avLst>
              <a:gd name="adj" fmla="val 4324"/>
            </a:avLst>
          </a:prstGeom>
          <a:solidFill>
            <a:srgbClr val="EEF5F4"/>
          </a:solidFill>
          <a:ln w="12700">
            <a:solidFill>
              <a:srgbClr val="0F766E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949440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88720" y="1280160"/>
            <a:ext cx="0" cy="3337560"/>
          </a:xfrm>
          <a:prstGeom prst="line">
            <a:avLst/>
          </a:prstGeom>
          <a:noFill/>
          <a:ln w="12700">
            <a:solidFill>
              <a:srgbClr val="5B6B6E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91440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5B6B6E"/>
          </a:solidFill>
          <a:ln w="9525">
            <a:solidFill>
              <a:srgbClr val="5B6B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280160"/>
            <a:ext cx="0" cy="3337560"/>
          </a:xfrm>
          <a:prstGeom prst="line">
            <a:avLst/>
          </a:prstGeom>
          <a:noFill/>
          <a:ln w="12700">
            <a:solidFill>
              <a:srgbClr val="5B6B6E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2194560" y="91440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OrderController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280160"/>
            <a:ext cx="0" cy="3337560"/>
          </a:xfrm>
          <a:prstGeom prst="line">
            <a:avLst/>
          </a:prstGeom>
          <a:noFill/>
          <a:ln w="12700">
            <a:solidFill>
              <a:srgbClr val="5B6B6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3840480" y="91440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123F44"/>
          </a:solidFill>
          <a:ln w="9525">
            <a:solidFill>
              <a:srgbClr val="123F4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0" cy="3337560"/>
          </a:xfrm>
          <a:prstGeom prst="line">
            <a:avLst/>
          </a:prstGeom>
          <a:noFill/>
          <a:ln w="12700">
            <a:solidFill>
              <a:srgbClr val="5B6B6E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486400" y="91440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1280160"/>
            <a:ext cx="0" cy="3337560"/>
          </a:xfrm>
          <a:prstGeom prst="line">
            <a:avLst/>
          </a:prstGeom>
          <a:noFill/>
          <a:ln w="12700">
            <a:solidFill>
              <a:srgbClr val="5B6B6E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7132320" y="91440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88720" y="1600200"/>
            <a:ext cx="164592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234440" y="14081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POST /api/orders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4640" y="1938528"/>
            <a:ext cx="164592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880360" y="17465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createOrder(request)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80560" y="2286000"/>
            <a:ext cx="164592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526280" y="20939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load customer, stock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2606040"/>
            <a:ext cx="164592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172200" y="24140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 SELECT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2926080"/>
            <a:ext cx="164592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526280" y="27340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 save order, deduct stock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3246120"/>
            <a:ext cx="164592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26280" y="30540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 save SALE movement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3566160"/>
            <a:ext cx="164592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6172200" y="33741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 INSERT / UPDATE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flipH="1">
            <a:off x="2834640" y="3931920"/>
            <a:ext cx="164592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dash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880360" y="37398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 order saved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 flipH="1">
            <a:off x="1188720" y="4297680"/>
            <a:ext cx="1645920" cy="0"/>
          </a:xfrm>
          <a:prstGeom prst="line">
            <a:avLst/>
          </a:prstGeom>
          <a:noFill/>
          <a:ln w="15875">
            <a:solidFill>
              <a:srgbClr val="0B2B2F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1234440" y="41056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 201 Created {message, data}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 and 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123F44"/>
          </a:solidFill>
          <a:ln w="12700">
            <a:solidFill>
              <a:srgbClr val="123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5331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07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88920" y="105156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123F44"/>
          </a:solidFill>
          <a:ln w="12700">
            <a:solidFill>
              <a:srgbClr val="123F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0" y="1234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13533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1207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Data JPA, Validation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201168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123F44"/>
          </a:solidFill>
          <a:ln w="12700">
            <a:solidFill>
              <a:srgbClr val="123F4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3134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2167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+ JPA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and entity mapping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788920" y="201168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123F44"/>
          </a:solidFill>
          <a:ln w="12700">
            <a:solidFill>
              <a:srgbClr val="123F4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926080" y="21945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23134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474720" y="2167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3474720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29718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123F44"/>
          </a:solidFill>
          <a:ln w="12700">
            <a:solidFill>
              <a:srgbClr val="123F4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27355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43000" y="3127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143000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dependencies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2788920" y="29718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123F44"/>
          </a:solidFill>
          <a:ln w="12700">
            <a:solidFill>
              <a:srgbClr val="123F44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926080" y="31546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952" y="327355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474720" y="3127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3474720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5257800" y="10515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5257800" y="1371600"/>
            <a:ext cx="3429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design: controller, service, repository, model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resources with consistent JSON responses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and transactions kept in the service layer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changes always paired with a stock movement record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password supplied through an environment variable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457200" y="40690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23F44"/>
          </a:solidFill>
          <a:ln w="12700">
            <a:solidFill>
              <a:srgbClr val="123F44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40080" y="40690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./mvnw clean package   →   ./mvnw spring-boot:run   →   http://localhost:8080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Inventory Management System</dc:title>
  <dc:subject>PptxGenJS Presentation</dc:subject>
  <dc:creator>PptxGenJS</dc:creator>
  <cp:lastModifiedBy>PptxGenJS</cp:lastModifiedBy>
  <cp:revision>1</cp:revision>
  <dcterms:created xsi:type="dcterms:W3CDTF">2026-09-30T19:07:07Z</dcterms:created>
  <dcterms:modified xsi:type="dcterms:W3CDTF">2026-09-30T19:07:07Z</dcterms:modified>
</cp:coreProperties>
</file>